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FORTEBANK DATATHON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CashLint: local AI review of cash-desk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5B6478"/>
                </a:solidFill>
              </a:rPr>
              <a:t>Upload a cash-desk recording, get a verdict, typed violations, timecodes,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5B6478"/>
                </a:solidFill>
              </a:rPr>
              <a:t>evidence frames and the exact НБРК №231 clause, in about a minute.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5B6478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5B6478"/>
                </a:solidFill>
              </a:rPr>
              <a:t>Open-weight model on our own GPU. No cloud AI, no face identification, works offline.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141B2D"/>
                </a:solidFill>
              </a:rPr>
              <a:t>• Cash-desk procedure violations are found by people re-watching CCTV: slow and inconsistent.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B2D"/>
                </a:solidFill>
              </a:rPr>
              <a:t>• A useful tool must be local (bank footage never leaves), explainable, and cite the actual rule.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141B2D"/>
                </a:solidFill>
              </a:rPr>
              <a:t>• It must never invent a violation it cannot see, or a legal norm that does not apply.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1. Frame sampling: 16 overview images with source timestamps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2. Qwen3-VL-32B-Instruct-AWQ sweep → typed candidate events (14 case types)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3. Dense focused confirmation of each proposal: rejects unsupported concerns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4. Storage veto: counter-examples for "cash/safe left out" cut false alarms 6 → 3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5. Rescue pass: phase-shifted second sweep re-checks missed and uncertain events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6. Result: verdict, type, timecode, evidence JPEGs, cited clause, human-review caveat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FastAPI async jobs · vLLM on one A40 · model port never exposed · 185 s budget inside 5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REAL RUNS, FROZEN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Measured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1371600"/>
                <a:gridCol w="2651760"/>
                <a:gridCol w="219456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Recipe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Correct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TP / FN / FP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Timed ±2 s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Original 8B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DEV30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12/30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2 / 14 / 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1/16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32B proposal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DEV30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20/30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12 / 4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5/16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+ storage veto (selected)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DEV30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23/30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12 / 4 / 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5/16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+ rescue recall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DEV30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24/30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13 / 3 /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5/16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+ rescue recall pass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all 40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28/40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14 / 7 / 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B2D"/>
                          </a:solidFill>
                        </a:rPr>
                        <a:t>6/22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B6478"/>
                </a:solidFill>
              </a:rPr>
              <a:t>Every event matched in time has the correct type. Public API on all 40 videos: 0 failed jobs, slowest 73 s, within the 5-minute limit.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478"/>
                </a:solidFill>
              </a:rPr>
              <a:t>All 40 recordings were reviewed during development, so these are not independent test scores.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RULE GROUNDING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Rule grounding without invention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9436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Violation type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НБРК №231 clause (exact quote in every result)</a:t>
                      </a:r>
                    </a:p>
                  </a:txBody>
                  <a:tcPr>
                    <a:solidFill>
                      <a:srgbClr val="0B7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Cash left outside storage, safe left open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п.20 ч.2: accepted cash is kept in lockable storage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Counting without the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п.20 ч.1: cash is accepted and counted in the client's presence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No note-by-note count / no ID check / no receipt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п.19 пп.2 / пп.1 / пп.6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Personal items in the cash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B2D"/>
                          </a:solidFill>
                        </a:rPr>
                        <a:t>п.12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B6478"/>
                </a:solidFill>
              </a:rPr>
              <a:t>Official Adilet text, current revision, SHA-256 recorded per quote.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478"/>
                </a:solidFill>
              </a:rPr>
              <a:t>Door, keys, food and reading have no directly applicable clause, so we make no legal claim for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TECHNICAL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Local, licensed, 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Network-denied GPU run passed on the selected recipe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Licence verifier: all 238 installed packages + CPython + FFmpeg + model weights, 0 failures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  (open source, commercial use permitted; model weights Apache-2.0)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Every experiment logged, including the ones we dropped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1234 automated tests; recipe pinned in deploy/mission-best.env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7A5C"/>
                </a:solidFill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141B2D"/>
                </a:solidFill>
              </a:rPr>
              <a:t>What we learned and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Timing: lasting states (cash out, door open) are flagged when first visible, not when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  they become a violation. Two model-based re-timing attempts made it worse, so we kept the safer version.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Omissions (no receipt, no ID check) are never inferred from frames we did not see.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• Next: person-departure cues for timing, longer focused clips for omissions,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41B2D"/>
                </a:solidFill>
              </a:rPr>
              <a:t>  and validation on a new camera layout.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