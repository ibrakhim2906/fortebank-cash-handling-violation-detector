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FORTEBANK DATATHON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CashLint: локальный ИИ-анализ видео кассовых операций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5B6478"/>
                </a:solidFill>
              </a:rPr>
              <a:t>Загрузите запись с камеры кассы и примерно за минуту получите вердикт, тип нарушения,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5B6478"/>
                </a:solidFill>
              </a:rPr>
              <a:t>таймкод, кадры-доказательства и точный пункт НБРК №231.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5B6478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5B6478"/>
                </a:solidFill>
              </a:rPr>
              <a:t>Открытая модель на нашем собственном GPU. Без облачного ИИ и распознавания лиц, работает офлайн.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ЗАЧЕМ ЭТО НУЖНО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41B2D"/>
                </a:solidFill>
              </a:rPr>
              <a:t>• Нарушения кассовых процедур ищут вручную, пересматривая записи камер: долго и непоследовательно.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B2D"/>
                </a:solidFill>
              </a:rPr>
              <a:t>• Полезный инструмент должен работать локально (видео банка не покидает контур), объяснять решение и ссылаться на норму.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B2D"/>
                </a:solidFill>
              </a:rPr>
              <a:t>• Он не должен выдумывать нарушение, которого не видно, или норму, которая не применяется.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Как это работает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1. Выборка кадров: 16 обзорных изображений с исходными таймкодами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2. Обзор моделью Qwen3-VL-32B-Instruct-AWQ: кандидаты событий по 14 типам из кейса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3. Плотная перепроверка каждого кандидата: неподтверждённое отбрасывается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4. Контрпримеры хранения для «деньги/сейф без присмотра»: ложные срабатывания 6 → 3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5. Повторный проход со сдвигом кадров находит пропущенные и сомнительные события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6. Результат: вердикт, тип, таймкод, кадры-доказательства, цитата нормы, пометка о проверке человеком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FastAPI, асинхронные задачи · vLLM на одной A40 · порт модели не открыт наружу · бюджет 185 с из 5 минут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РЕАЛЬНЫЕ ПРОГОНЫ, НЕИЗМЕННЫЙ ОЦЕНЩИК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Измеренные результаты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280160"/>
                <a:gridCol w="1280160"/>
                <a:gridCol w="256032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Конфигурация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Данные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Верно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TP / FN / FP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Таймкод ±2 с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Исходная 8B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DEV30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12/30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2 / 14 / 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1/16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32B, политика предложений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DEV30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20/30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12 / 4 /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5/16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+ контрпримеры хранения (основная)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DEV30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23/30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12 / 4 / 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5/16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+ повторный проход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DEV30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24/30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13 / 3 /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5/16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+ повторный проход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все 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28/40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14 / 7 / 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41B2D"/>
                          </a:solidFill>
                        </a:rPr>
                        <a:t>6/22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B6478"/>
                </a:solidFill>
              </a:rPr>
              <a:t>Каждое событие, найденное в нужное время, классифицировано верно. Публичный API на всех 40 видео: 0 ошибок, самое долгое 73 с из 5 минут.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478"/>
                </a:solidFill>
              </a:rPr>
              <a:t>Все 40 записей просматривались при разработке, поэтому это не независимая тестовая оценка.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ПРАВОВОЕ ОБОСНОВАНИЕ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Нормы без выдумок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7607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Тип нарушения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Пункт НБРК №231 (точная цитата в каждом результате)</a:t>
                      </a:r>
                    </a:p>
                  </a:txBody>
                  <a:tcPr>
                    <a:solidFill>
                      <a:srgbClr val="0B7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Наличные вне хранилища, сейф открыт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п.20 ч.2: принятые наличные хранятся в устройствах, закрывающихся на ключ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Пересчёт без клиента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п.20 ч.1: наличные принимаются и пересчитываются в присутствии клиента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Нет полистного пересчёта / проверки личности / документа клиенту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п.19 пп.2 / пп.1 / пп.6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Личные вещи в кассовом узле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1B2D"/>
                          </a:solidFill>
                        </a:rPr>
                        <a:t>п.12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B6478"/>
                </a:solidFill>
              </a:rPr>
              <a:t>Официальный текст Adilet, действующая редакция, SHA-256 сохранён для каждой цитаты.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B6478"/>
                </a:solidFill>
              </a:rPr>
              <a:t>Для двери, ключей, еды и чтения прямо применимой нормы нет, поэтому правовых утверждений по ним мы не делаем.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ТЕХНИЧЕСКОЕ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Локально, лицензионно, готово к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Прогон на GPU с заблокированной сетью пройден на основной конфигурации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Проверка лицензий: 238 пакетов + CPython + FFmpeg + веса модели, 0 нарушений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  (открытый код, коммерческое использование разрешено; веса модели под Apache-2.0)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Каждый эксперимент записан в журнал, включая отклонённые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1234 автотеста; конфигурация зафиксирована в deploy/mission-best.env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0B7A5C"/>
                </a:solidFill>
              </a:rPr>
              <a:t>ЧЕСТНЫЕ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400" b="1">
                <a:solidFill>
                  <a:srgbClr val="141B2D"/>
                </a:solidFill>
              </a:rPr>
              <a:t>Выводы и следующие шаги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Таймкоды: длящиеся состояния (деньги на столе, открытая дверь) отмечаются при первом появлении,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  а не в момент, когда они становятся нарушением. Две попытки уточнить время моделью ухудшили результат.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Пропущенные действия (нет документа клиенту, нет проверки личности) не выводятся из кадров, которых мы не видели.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• Дальше: время ухода сотрудника для таймкодов, более длинные фрагменты для пропусков,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41B2D"/>
                </a:solidFill>
              </a:rPr>
              <a:t>  проверка на новой камере.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